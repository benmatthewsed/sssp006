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14C2D-F468-4E25-A1D2-871A33A6A5D1}" v="4" dt="2026-08-25T14:10:19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Matthews" userId="377ce8b0-c373-4490-aa17-52b4a43eb528" providerId="ADAL" clId="{39B4363D-8B87-459B-817C-111AE3B6D559}"/>
    <pc:docChg chg="undo custSel addSld delSld modSld">
      <pc:chgData name="Ben Matthews" userId="377ce8b0-c373-4490-aa17-52b4a43eb528" providerId="ADAL" clId="{39B4363D-8B87-459B-817C-111AE3B6D559}" dt="2026-08-25T14:10:49.877" v="192" actId="13926"/>
      <pc:docMkLst>
        <pc:docMk/>
      </pc:docMkLst>
      <pc:sldChg chg="addSp delSp modSp mod">
        <pc:chgData name="Ben Matthews" userId="377ce8b0-c373-4490-aa17-52b4a43eb528" providerId="ADAL" clId="{39B4363D-8B87-459B-817C-111AE3B6D559}" dt="2026-08-10T12:52:48.687" v="153" actId="14100"/>
        <pc:sldMkLst>
          <pc:docMk/>
          <pc:sldMk cId="4084633260" sldId="257"/>
        </pc:sldMkLst>
        <pc:spChg chg="add mod ord">
          <ac:chgData name="Ben Matthews" userId="377ce8b0-c373-4490-aa17-52b4a43eb528" providerId="ADAL" clId="{39B4363D-8B87-459B-817C-111AE3B6D559}" dt="2026-08-10T11:57:36.885" v="24" actId="692"/>
          <ac:spMkLst>
            <pc:docMk/>
            <pc:sldMk cId="4084633260" sldId="257"/>
            <ac:spMk id="68" creationId="{247540D9-CF21-61C3-5DF8-41DC3F3C30B0}"/>
          </ac:spMkLst>
        </pc:spChg>
        <pc:spChg chg="add mod">
          <ac:chgData name="Ben Matthews" userId="377ce8b0-c373-4490-aa17-52b4a43eb528" providerId="ADAL" clId="{39B4363D-8B87-459B-817C-111AE3B6D559}" dt="2026-08-10T12:52:48.687" v="153" actId="14100"/>
          <ac:spMkLst>
            <pc:docMk/>
            <pc:sldMk cId="4084633260" sldId="257"/>
            <ac:spMk id="70" creationId="{8F299E4F-E555-2517-4800-F03673192B3A}"/>
          </ac:spMkLst>
        </pc:spChg>
        <pc:cxnChg chg="mod">
          <ac:chgData name="Ben Matthews" userId="377ce8b0-c373-4490-aa17-52b4a43eb528" providerId="ADAL" clId="{39B4363D-8B87-459B-817C-111AE3B6D559}" dt="2026-08-10T11:57:45.497" v="25" actId="14100"/>
          <ac:cxnSpMkLst>
            <pc:docMk/>
            <pc:sldMk cId="4084633260" sldId="257"/>
            <ac:cxnSpMk id="55" creationId="{63D64DC7-833F-B4E7-DBC5-8BB6E6D2E69D}"/>
          </ac:cxnSpMkLst>
        </pc:cxnChg>
      </pc:sldChg>
      <pc:sldChg chg="addSp delSp modSp add mod">
        <pc:chgData name="Ben Matthews" userId="377ce8b0-c373-4490-aa17-52b4a43eb528" providerId="ADAL" clId="{39B4363D-8B87-459B-817C-111AE3B6D559}" dt="2026-08-25T14:10:49.877" v="192" actId="13926"/>
        <pc:sldMkLst>
          <pc:docMk/>
          <pc:sldMk cId="208834245" sldId="258"/>
        </pc:sldMkLst>
        <pc:spChg chg="add del mod">
          <ac:chgData name="Ben Matthews" userId="377ce8b0-c373-4490-aa17-52b4a43eb528" providerId="ADAL" clId="{39B4363D-8B87-459B-817C-111AE3B6D559}" dt="2026-08-25T14:10:19.979" v="173"/>
          <ac:spMkLst>
            <pc:docMk/>
            <pc:sldMk cId="208834245" sldId="258"/>
            <ac:spMk id="2" creationId="{19F7939B-55A1-0F1A-75C1-7E533A458F3B}"/>
          </ac:spMkLst>
        </pc:spChg>
        <pc:spChg chg="add mod">
          <ac:chgData name="Ben Matthews" userId="377ce8b0-c373-4490-aa17-52b4a43eb528" providerId="ADAL" clId="{39B4363D-8B87-459B-817C-111AE3B6D559}" dt="2026-08-25T14:10:27.473" v="176" actId="207"/>
          <ac:spMkLst>
            <pc:docMk/>
            <pc:sldMk cId="208834245" sldId="258"/>
            <ac:spMk id="3" creationId="{7D363B9F-748B-9132-DBF9-8271136E68D9}"/>
          </ac:spMkLst>
        </pc:spChg>
        <pc:spChg chg="mod">
          <ac:chgData name="Ben Matthews" userId="377ce8b0-c373-4490-aa17-52b4a43eb528" providerId="ADAL" clId="{39B4363D-8B87-459B-817C-111AE3B6D559}" dt="2026-08-25T14:10:24.627" v="175" actId="207"/>
          <ac:spMkLst>
            <pc:docMk/>
            <pc:sldMk cId="208834245" sldId="258"/>
            <ac:spMk id="4" creationId="{94469F54-ACF6-986B-6EE4-617DD9973937}"/>
          </ac:spMkLst>
        </pc:spChg>
        <pc:spChg chg="mod">
          <ac:chgData name="Ben Matthews" userId="377ce8b0-c373-4490-aa17-52b4a43eb528" providerId="ADAL" clId="{39B4363D-8B87-459B-817C-111AE3B6D559}" dt="2026-08-10T11:58:25.873" v="32" actId="207"/>
          <ac:spMkLst>
            <pc:docMk/>
            <pc:sldMk cId="208834245" sldId="258"/>
            <ac:spMk id="6" creationId="{08280631-47F1-E947-9438-4F9CE98A51EA}"/>
          </ac:spMkLst>
        </pc:spChg>
        <pc:spChg chg="add mod">
          <ac:chgData name="Ben Matthews" userId="377ce8b0-c373-4490-aa17-52b4a43eb528" providerId="ADAL" clId="{39B4363D-8B87-459B-817C-111AE3B6D559}" dt="2026-08-25T14:10:30.496" v="178" actId="13926"/>
          <ac:spMkLst>
            <pc:docMk/>
            <pc:sldMk cId="208834245" sldId="258"/>
            <ac:spMk id="7" creationId="{16D7EE18-F65D-025C-E457-D8E49943378D}"/>
          </ac:spMkLst>
        </pc:spChg>
        <pc:spChg chg="add mod">
          <ac:chgData name="Ben Matthews" userId="377ce8b0-c373-4490-aa17-52b4a43eb528" providerId="ADAL" clId="{39B4363D-8B87-459B-817C-111AE3B6D559}" dt="2026-08-25T14:10:40.580" v="186" actId="13926"/>
          <ac:spMkLst>
            <pc:docMk/>
            <pc:sldMk cId="208834245" sldId="258"/>
            <ac:spMk id="9" creationId="{E481A16D-63CA-3EEB-D40A-93724143BD29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10" creationId="{B17CFA88-9866-C30B-2B1A-0BFDCEC68A65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12" creationId="{88F322C4-D424-BA71-4E8C-701CA70DA70B}"/>
          </ac:spMkLst>
        </pc:spChg>
        <pc:spChg chg="add mod">
          <ac:chgData name="Ben Matthews" userId="377ce8b0-c373-4490-aa17-52b4a43eb528" providerId="ADAL" clId="{39B4363D-8B87-459B-817C-111AE3B6D559}" dt="2026-08-25T14:10:43.388" v="188" actId="13926"/>
          <ac:spMkLst>
            <pc:docMk/>
            <pc:sldMk cId="208834245" sldId="258"/>
            <ac:spMk id="13" creationId="{56B07FAD-169B-29F9-5796-74750EC1C27F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14" creationId="{AD279628-321D-1647-972E-051C7F8F3894}"/>
          </ac:spMkLst>
        </pc:spChg>
        <pc:spChg chg="add mod">
          <ac:chgData name="Ben Matthews" userId="377ce8b0-c373-4490-aa17-52b4a43eb528" providerId="ADAL" clId="{39B4363D-8B87-459B-817C-111AE3B6D559}" dt="2026-08-25T14:10:32.858" v="180" actId="13926"/>
          <ac:spMkLst>
            <pc:docMk/>
            <pc:sldMk cId="208834245" sldId="258"/>
            <ac:spMk id="17" creationId="{0727D040-0FAC-4E3C-8480-E9D5E4903937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18" creationId="{C768F609-70FE-6CCA-E898-2B75C61E1706}"/>
          </ac:spMkLst>
        </pc:spChg>
        <pc:spChg chg="add mod">
          <ac:chgData name="Ben Matthews" userId="377ce8b0-c373-4490-aa17-52b4a43eb528" providerId="ADAL" clId="{39B4363D-8B87-459B-817C-111AE3B6D559}" dt="2026-08-25T14:10:35.056" v="182" actId="13926"/>
          <ac:spMkLst>
            <pc:docMk/>
            <pc:sldMk cId="208834245" sldId="258"/>
            <ac:spMk id="20" creationId="{BAC1BFA3-3D90-1D82-5205-9234D76CF28F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22" creationId="{70D0843A-2F8D-A96A-82FF-9C53447D830B}"/>
          </ac:spMkLst>
        </pc:spChg>
        <pc:spChg chg="add mod">
          <ac:chgData name="Ben Matthews" userId="377ce8b0-c373-4490-aa17-52b4a43eb528" providerId="ADAL" clId="{39B4363D-8B87-459B-817C-111AE3B6D559}" dt="2026-08-25T14:10:37.654" v="184" actId="13926"/>
          <ac:spMkLst>
            <pc:docMk/>
            <pc:sldMk cId="208834245" sldId="258"/>
            <ac:spMk id="23" creationId="{A14B0C15-CDBB-29EC-6494-02D570B15CAF}"/>
          </ac:spMkLst>
        </pc:spChg>
        <pc:spChg chg="mod">
          <ac:chgData name="Ben Matthews" userId="377ce8b0-c373-4490-aa17-52b4a43eb528" providerId="ADAL" clId="{39B4363D-8B87-459B-817C-111AE3B6D559}" dt="2026-08-25T14:10:24.627" v="175" actId="207"/>
          <ac:spMkLst>
            <pc:docMk/>
            <pc:sldMk cId="208834245" sldId="258"/>
            <ac:spMk id="24" creationId="{8E51B15E-85D1-941B-032F-3DBE0AD90BB0}"/>
          </ac:spMkLst>
        </pc:spChg>
        <pc:spChg chg="add mod">
          <ac:chgData name="Ben Matthews" userId="377ce8b0-c373-4490-aa17-52b4a43eb528" providerId="ADAL" clId="{39B4363D-8B87-459B-817C-111AE3B6D559}" dt="2026-08-25T14:10:49.877" v="192" actId="13926"/>
          <ac:spMkLst>
            <pc:docMk/>
            <pc:sldMk cId="208834245" sldId="258"/>
            <ac:spMk id="28" creationId="{8B3F454B-4F8C-7D04-EEF0-167CF8455B1F}"/>
          </ac:spMkLst>
        </pc:spChg>
        <pc:spChg chg="add mod">
          <ac:chgData name="Ben Matthews" userId="377ce8b0-c373-4490-aa17-52b4a43eb528" providerId="ADAL" clId="{39B4363D-8B87-459B-817C-111AE3B6D559}" dt="2026-08-25T14:10:46.579" v="190" actId="13926"/>
          <ac:spMkLst>
            <pc:docMk/>
            <pc:sldMk cId="208834245" sldId="258"/>
            <ac:spMk id="31" creationId="{65E249CD-B0BE-65AC-B6BE-F3FD020CF56A}"/>
          </ac:spMkLst>
        </pc:spChg>
        <pc:spChg chg="add mod">
          <ac:chgData name="Ben Matthews" userId="377ce8b0-c373-4490-aa17-52b4a43eb528" providerId="ADAL" clId="{39B4363D-8B87-459B-817C-111AE3B6D559}" dt="2026-08-10T12:53:10.022" v="169" actId="207"/>
          <ac:spMkLst>
            <pc:docMk/>
            <pc:sldMk cId="208834245" sldId="258"/>
            <ac:spMk id="33" creationId="{0ADC820F-7E6C-BD73-3DDF-D80B1CB13B5E}"/>
          </ac:spMkLst>
        </pc:spChg>
        <pc:spChg chg="mod">
          <ac:chgData name="Ben Matthews" userId="377ce8b0-c373-4490-aa17-52b4a43eb528" providerId="ADAL" clId="{39B4363D-8B87-459B-817C-111AE3B6D559}" dt="2026-08-25T14:10:24.627" v="175" actId="207"/>
          <ac:spMkLst>
            <pc:docMk/>
            <pc:sldMk cId="208834245" sldId="258"/>
            <ac:spMk id="45" creationId="{830891D4-6C32-56D4-105E-6EE7603EE3AA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49" creationId="{2CEA5646-C388-C073-605E-F64D5B5EAB9B}"/>
          </ac:spMkLst>
        </pc:spChg>
        <pc:spChg chg="mod">
          <ac:chgData name="Ben Matthews" userId="377ce8b0-c373-4490-aa17-52b4a43eb528" providerId="ADAL" clId="{39B4363D-8B87-459B-817C-111AE3B6D559}" dt="2026-08-25T14:10:24.627" v="175" actId="207"/>
          <ac:spMkLst>
            <pc:docMk/>
            <pc:sldMk cId="208834245" sldId="258"/>
            <ac:spMk id="64" creationId="{6B45FB3A-12DC-56E6-6986-31257F1D2EE5}"/>
          </ac:spMkLst>
        </pc:spChg>
        <pc:spChg chg="mod">
          <ac:chgData name="Ben Matthews" userId="377ce8b0-c373-4490-aa17-52b4a43eb528" providerId="ADAL" clId="{39B4363D-8B87-459B-817C-111AE3B6D559}" dt="2026-08-10T12:48:16.800" v="33" actId="207"/>
          <ac:spMkLst>
            <pc:docMk/>
            <pc:sldMk cId="208834245" sldId="258"/>
            <ac:spMk id="68" creationId="{94F0DBF6-B529-4947-DDA6-F17FC9BDB0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3AC9-A34E-4C15-E387-F44F9D211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58251-40AB-47A0-559F-B06822B87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1736-7ED6-DE2F-2B0F-756FD96E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E62F4-77A8-3B9D-13AB-96DDABEB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0E93-AF94-46B7-5596-57A087D4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31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9B81-D012-20E4-307F-0EEF2F9B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26E2-ED7F-CCDA-9737-6E8EAF133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23CBD-919C-3BFE-6A73-B3F9D025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B7DF-C0AA-F6C5-524B-3211BB30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A2FA9-6943-043A-28F8-F47817D1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90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3B33-D14F-7A3F-DC18-D3570081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0D4EE-0C81-94F6-1C06-73A75BFB7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6FAC-0B1A-4640-9E03-A6D5FEFD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4DF12-740C-C340-3458-35F64D5F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1EBB-25F0-C054-65D8-353B7CA8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7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1BA8-9176-BA1D-1C6F-05556A33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8C849-2790-D17E-0622-23295F96B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1578E-9463-3DBF-222C-A57C2A22F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E6EB5-9AC1-71C6-4D67-6C414F92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5F248-C086-F032-4DFB-F459CA6A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A71C8-4395-415C-C92C-3B982278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37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DA4F-6756-4445-867F-7ED6E16E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B9880-8C67-CCBC-28CB-699AEB023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4764A-6CC4-DDE2-2C48-52EFCF9B0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328DF-B707-A192-B170-9989AF64A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A9B05-11A7-F8D4-AE3B-1450D2056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448E7-99AD-360B-97DE-7CFF41CB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C33CF-9128-275F-22F2-1C034DA1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0EFA8-E40C-FEBA-3FD6-D76327EE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46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A32CE-A081-9522-11E1-6BFF8360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AA19E-F3D3-BCD8-82A4-429DDD90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E2402-EF54-B762-C330-BED8288F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0B617-4A78-DD9E-AC26-BBC4A1FF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5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FC199-2ABD-CBC1-D4E6-FB7B76A0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874BA-DE83-ECA2-2A04-5D47EB44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3EC7-BD92-944E-2634-AC76E24E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17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3600-0998-9C11-70DF-28B0A1EF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3C046-BAE0-C673-CF68-51B590526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18D23-7844-C037-AB5B-818E97065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58769-3348-2040-98C2-290950F5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BBECC-22BA-238D-E74C-56DD69ED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3F64F-427B-F71A-8614-20E6A23F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43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0A92-3F3C-3CC7-3F37-835EA9CA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8219B-2B22-6EF4-5168-529B2063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452EC-DBD3-2D78-C839-DC3A9A992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03F10-A25A-8677-14B3-073D5547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BC5D-8E28-83B4-EE2A-21E30901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E432D-BD06-B49D-5F25-7BB53A65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99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4B95-6D0C-E3E5-E3EF-C452C3BD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7857F-CD37-5711-DA8D-6FF66242F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9E903-5D0F-39E9-A7C8-DA640959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0D23-2999-01BF-2FEF-2A55AAA3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5C269-2B37-C836-C93E-9DAC49AA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03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2E011-AAEA-A03C-0FFB-492ECB08A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83AB9-AF60-1C06-E08C-6F1FA6BE0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1EE37-37A1-0FEA-CC61-9C4547B6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578A7-7D4D-2915-D442-8B5929C8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5E56-CE65-4421-479D-793FB505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84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7CE0A-2278-54C7-FDA4-C97FA3B3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77E93-6D7A-BB54-22E6-91243CB04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59F02-1736-0BA5-9DA9-48FA95F24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F8215-837C-4C71-9C8F-9FD3708D112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DE214-F2CA-E742-90F3-6A9210AB4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FA77C-4897-F738-5BA9-E43891ACC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4CCE3-3239-48E3-9463-4D88D11B6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63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47540D9-CF21-61C3-5DF8-41DC3F3C30B0}"/>
              </a:ext>
            </a:extLst>
          </p:cNvPr>
          <p:cNvSpPr/>
          <p:nvPr/>
        </p:nvSpPr>
        <p:spPr>
          <a:xfrm>
            <a:off x="3647326" y="102743"/>
            <a:ext cx="7905730" cy="61439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905730"/>
                      <a:gd name="csY0" fmla="*/ 1024011 h 6143946"/>
                      <a:gd name="csX1" fmla="*/ 1024011 w 7905730"/>
                      <a:gd name="csY1" fmla="*/ 0 h 6143946"/>
                      <a:gd name="csX2" fmla="*/ 1557713 w 7905730"/>
                      <a:gd name="csY2" fmla="*/ 0 h 6143946"/>
                      <a:gd name="csX3" fmla="*/ 2032838 w 7905730"/>
                      <a:gd name="csY3" fmla="*/ 0 h 6143946"/>
                      <a:gd name="csX4" fmla="*/ 2566541 w 7905730"/>
                      <a:gd name="csY4" fmla="*/ 0 h 6143946"/>
                      <a:gd name="csX5" fmla="*/ 3158820 w 7905730"/>
                      <a:gd name="csY5" fmla="*/ 0 h 6143946"/>
                      <a:gd name="csX6" fmla="*/ 3809677 w 7905730"/>
                      <a:gd name="csY6" fmla="*/ 0 h 6143946"/>
                      <a:gd name="csX7" fmla="*/ 4343379 w 7905730"/>
                      <a:gd name="csY7" fmla="*/ 0 h 6143946"/>
                      <a:gd name="csX8" fmla="*/ 5111389 w 7905730"/>
                      <a:gd name="csY8" fmla="*/ 0 h 6143946"/>
                      <a:gd name="csX9" fmla="*/ 5762246 w 7905730"/>
                      <a:gd name="csY9" fmla="*/ 0 h 6143946"/>
                      <a:gd name="csX10" fmla="*/ 6881719 w 7905730"/>
                      <a:gd name="csY10" fmla="*/ 0 h 6143946"/>
                      <a:gd name="csX11" fmla="*/ 7905730 w 7905730"/>
                      <a:gd name="csY11" fmla="*/ 1024011 h 6143946"/>
                      <a:gd name="csX12" fmla="*/ 7905730 w 7905730"/>
                      <a:gd name="csY12" fmla="*/ 1788583 h 6143946"/>
                      <a:gd name="csX13" fmla="*/ 7905730 w 7905730"/>
                      <a:gd name="csY13" fmla="*/ 2389319 h 6143946"/>
                      <a:gd name="csX14" fmla="*/ 7905730 w 7905730"/>
                      <a:gd name="csY14" fmla="*/ 3071973 h 6143946"/>
                      <a:gd name="csX15" fmla="*/ 7905730 w 7905730"/>
                      <a:gd name="csY15" fmla="*/ 3631749 h 6143946"/>
                      <a:gd name="csX16" fmla="*/ 7905730 w 7905730"/>
                      <a:gd name="csY16" fmla="*/ 4396322 h 6143946"/>
                      <a:gd name="csX17" fmla="*/ 7905730 w 7905730"/>
                      <a:gd name="csY17" fmla="*/ 5119935 h 6143946"/>
                      <a:gd name="csX18" fmla="*/ 6881719 w 7905730"/>
                      <a:gd name="csY18" fmla="*/ 6143946 h 6143946"/>
                      <a:gd name="csX19" fmla="*/ 6230863 w 7905730"/>
                      <a:gd name="csY19" fmla="*/ 6143946 h 6143946"/>
                      <a:gd name="csX20" fmla="*/ 5580006 w 7905730"/>
                      <a:gd name="csY20" fmla="*/ 6143946 h 6143946"/>
                      <a:gd name="csX21" fmla="*/ 4870573 w 7905730"/>
                      <a:gd name="csY21" fmla="*/ 6143946 h 6143946"/>
                      <a:gd name="csX22" fmla="*/ 4102562 w 7905730"/>
                      <a:gd name="csY22" fmla="*/ 6143946 h 6143946"/>
                      <a:gd name="csX23" fmla="*/ 3393128 w 7905730"/>
                      <a:gd name="csY23" fmla="*/ 6143946 h 6143946"/>
                      <a:gd name="csX24" fmla="*/ 2625118 w 7905730"/>
                      <a:gd name="csY24" fmla="*/ 6143946 h 6143946"/>
                      <a:gd name="csX25" fmla="*/ 1915684 w 7905730"/>
                      <a:gd name="csY25" fmla="*/ 6143946 h 6143946"/>
                      <a:gd name="csX26" fmla="*/ 1024011 w 7905730"/>
                      <a:gd name="csY26" fmla="*/ 6143946 h 6143946"/>
                      <a:gd name="csX27" fmla="*/ 0 w 7905730"/>
                      <a:gd name="csY27" fmla="*/ 5119935 h 6143946"/>
                      <a:gd name="csX28" fmla="*/ 0 w 7905730"/>
                      <a:gd name="csY28" fmla="*/ 4355363 h 6143946"/>
                      <a:gd name="csX29" fmla="*/ 0 w 7905730"/>
                      <a:gd name="csY29" fmla="*/ 3795586 h 6143946"/>
                      <a:gd name="csX30" fmla="*/ 0 w 7905730"/>
                      <a:gd name="csY30" fmla="*/ 3194851 h 6143946"/>
                      <a:gd name="csX31" fmla="*/ 0 w 7905730"/>
                      <a:gd name="csY31" fmla="*/ 2594115 h 6143946"/>
                      <a:gd name="csX32" fmla="*/ 0 w 7905730"/>
                      <a:gd name="csY32" fmla="*/ 1911461 h 6143946"/>
                      <a:gd name="csX33" fmla="*/ 0 w 7905730"/>
                      <a:gd name="csY33" fmla="*/ 1024011 h 61439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7905730" h="6143946" fill="none" extrusionOk="0">
                        <a:moveTo>
                          <a:pt x="0" y="1024011"/>
                        </a:moveTo>
                        <a:cubicBezTo>
                          <a:pt x="8341" y="422060"/>
                          <a:pt x="394639" y="-2057"/>
                          <a:pt x="1024011" y="0"/>
                        </a:cubicBezTo>
                        <a:cubicBezTo>
                          <a:pt x="1175459" y="24371"/>
                          <a:pt x="1419404" y="-6245"/>
                          <a:pt x="1557713" y="0"/>
                        </a:cubicBezTo>
                        <a:cubicBezTo>
                          <a:pt x="1696022" y="6245"/>
                          <a:pt x="1825632" y="18175"/>
                          <a:pt x="2032838" y="0"/>
                        </a:cubicBezTo>
                        <a:cubicBezTo>
                          <a:pt x="2240044" y="-18175"/>
                          <a:pt x="2325156" y="-19969"/>
                          <a:pt x="2566541" y="0"/>
                        </a:cubicBezTo>
                        <a:cubicBezTo>
                          <a:pt x="2807926" y="19969"/>
                          <a:pt x="2907889" y="-16524"/>
                          <a:pt x="3158820" y="0"/>
                        </a:cubicBezTo>
                        <a:cubicBezTo>
                          <a:pt x="3409751" y="16524"/>
                          <a:pt x="3567970" y="22008"/>
                          <a:pt x="3809677" y="0"/>
                        </a:cubicBezTo>
                        <a:cubicBezTo>
                          <a:pt x="4051384" y="-22008"/>
                          <a:pt x="4105434" y="21979"/>
                          <a:pt x="4343379" y="0"/>
                        </a:cubicBezTo>
                        <a:cubicBezTo>
                          <a:pt x="4581324" y="-21979"/>
                          <a:pt x="4835695" y="-4137"/>
                          <a:pt x="5111389" y="0"/>
                        </a:cubicBezTo>
                        <a:cubicBezTo>
                          <a:pt x="5387083" y="4137"/>
                          <a:pt x="5442621" y="15751"/>
                          <a:pt x="5762246" y="0"/>
                        </a:cubicBezTo>
                        <a:cubicBezTo>
                          <a:pt x="6081871" y="-15751"/>
                          <a:pt x="6435052" y="54150"/>
                          <a:pt x="6881719" y="0"/>
                        </a:cubicBezTo>
                        <a:cubicBezTo>
                          <a:pt x="7358630" y="-101410"/>
                          <a:pt x="7944570" y="416439"/>
                          <a:pt x="7905730" y="1024011"/>
                        </a:cubicBezTo>
                        <a:cubicBezTo>
                          <a:pt x="7942832" y="1241001"/>
                          <a:pt x="7936795" y="1606108"/>
                          <a:pt x="7905730" y="1788583"/>
                        </a:cubicBezTo>
                        <a:cubicBezTo>
                          <a:pt x="7874665" y="1971058"/>
                          <a:pt x="7920908" y="2248552"/>
                          <a:pt x="7905730" y="2389319"/>
                        </a:cubicBezTo>
                        <a:cubicBezTo>
                          <a:pt x="7890552" y="2530086"/>
                          <a:pt x="7933776" y="2903046"/>
                          <a:pt x="7905730" y="3071973"/>
                        </a:cubicBezTo>
                        <a:cubicBezTo>
                          <a:pt x="7877684" y="3240900"/>
                          <a:pt x="7884595" y="3491594"/>
                          <a:pt x="7905730" y="3631749"/>
                        </a:cubicBezTo>
                        <a:cubicBezTo>
                          <a:pt x="7926865" y="3771904"/>
                          <a:pt x="7880544" y="4019586"/>
                          <a:pt x="7905730" y="4396322"/>
                        </a:cubicBezTo>
                        <a:cubicBezTo>
                          <a:pt x="7930916" y="4773058"/>
                          <a:pt x="7918547" y="4953996"/>
                          <a:pt x="7905730" y="5119935"/>
                        </a:cubicBezTo>
                        <a:cubicBezTo>
                          <a:pt x="7918055" y="5637770"/>
                          <a:pt x="7465893" y="6073977"/>
                          <a:pt x="6881719" y="6143946"/>
                        </a:cubicBezTo>
                        <a:cubicBezTo>
                          <a:pt x="6637234" y="6141292"/>
                          <a:pt x="6473773" y="6135633"/>
                          <a:pt x="6230863" y="6143946"/>
                        </a:cubicBezTo>
                        <a:cubicBezTo>
                          <a:pt x="5987953" y="6152259"/>
                          <a:pt x="5828202" y="6166836"/>
                          <a:pt x="5580006" y="6143946"/>
                        </a:cubicBezTo>
                        <a:cubicBezTo>
                          <a:pt x="5331810" y="6121056"/>
                          <a:pt x="5149472" y="6122649"/>
                          <a:pt x="4870573" y="6143946"/>
                        </a:cubicBezTo>
                        <a:cubicBezTo>
                          <a:pt x="4591674" y="6165243"/>
                          <a:pt x="4480276" y="6135545"/>
                          <a:pt x="4102562" y="6143946"/>
                        </a:cubicBezTo>
                        <a:cubicBezTo>
                          <a:pt x="3724848" y="6152347"/>
                          <a:pt x="3609416" y="6123226"/>
                          <a:pt x="3393128" y="6143946"/>
                        </a:cubicBezTo>
                        <a:cubicBezTo>
                          <a:pt x="3176840" y="6164666"/>
                          <a:pt x="2829687" y="6166280"/>
                          <a:pt x="2625118" y="6143946"/>
                        </a:cubicBezTo>
                        <a:cubicBezTo>
                          <a:pt x="2420549" y="6121613"/>
                          <a:pt x="2227809" y="6122261"/>
                          <a:pt x="1915684" y="6143946"/>
                        </a:cubicBezTo>
                        <a:cubicBezTo>
                          <a:pt x="1603559" y="6165631"/>
                          <a:pt x="1278001" y="6131840"/>
                          <a:pt x="1024011" y="6143946"/>
                        </a:cubicBezTo>
                        <a:cubicBezTo>
                          <a:pt x="465739" y="6051799"/>
                          <a:pt x="-26734" y="5724309"/>
                          <a:pt x="0" y="5119935"/>
                        </a:cubicBezTo>
                        <a:cubicBezTo>
                          <a:pt x="36946" y="4937708"/>
                          <a:pt x="-38030" y="4625127"/>
                          <a:pt x="0" y="4355363"/>
                        </a:cubicBezTo>
                        <a:cubicBezTo>
                          <a:pt x="38030" y="4085599"/>
                          <a:pt x="2263" y="3924049"/>
                          <a:pt x="0" y="3795586"/>
                        </a:cubicBezTo>
                        <a:cubicBezTo>
                          <a:pt x="-2263" y="3667123"/>
                          <a:pt x="14350" y="3348729"/>
                          <a:pt x="0" y="3194851"/>
                        </a:cubicBezTo>
                        <a:cubicBezTo>
                          <a:pt x="-14350" y="3040973"/>
                          <a:pt x="-5594" y="2778974"/>
                          <a:pt x="0" y="2594115"/>
                        </a:cubicBezTo>
                        <a:cubicBezTo>
                          <a:pt x="5594" y="2409256"/>
                          <a:pt x="-6775" y="2107019"/>
                          <a:pt x="0" y="1911461"/>
                        </a:cubicBezTo>
                        <a:cubicBezTo>
                          <a:pt x="6775" y="1715903"/>
                          <a:pt x="-31722" y="1338153"/>
                          <a:pt x="0" y="1024011"/>
                        </a:cubicBezTo>
                        <a:close/>
                      </a:path>
                      <a:path w="7905730" h="6143946" stroke="0" extrusionOk="0">
                        <a:moveTo>
                          <a:pt x="0" y="1024011"/>
                        </a:moveTo>
                        <a:cubicBezTo>
                          <a:pt x="-38711" y="434587"/>
                          <a:pt x="426914" y="11842"/>
                          <a:pt x="1024011" y="0"/>
                        </a:cubicBezTo>
                        <a:cubicBezTo>
                          <a:pt x="1299505" y="-14302"/>
                          <a:pt x="1614034" y="32834"/>
                          <a:pt x="1792022" y="0"/>
                        </a:cubicBezTo>
                        <a:cubicBezTo>
                          <a:pt x="1970010" y="-32834"/>
                          <a:pt x="2204704" y="-2869"/>
                          <a:pt x="2384301" y="0"/>
                        </a:cubicBezTo>
                        <a:cubicBezTo>
                          <a:pt x="2563898" y="2869"/>
                          <a:pt x="2773599" y="-5540"/>
                          <a:pt x="2918003" y="0"/>
                        </a:cubicBezTo>
                        <a:cubicBezTo>
                          <a:pt x="3062407" y="5540"/>
                          <a:pt x="3315611" y="12861"/>
                          <a:pt x="3627437" y="0"/>
                        </a:cubicBezTo>
                        <a:cubicBezTo>
                          <a:pt x="3939263" y="-12861"/>
                          <a:pt x="3945650" y="5297"/>
                          <a:pt x="4219716" y="0"/>
                        </a:cubicBezTo>
                        <a:cubicBezTo>
                          <a:pt x="4493782" y="-5297"/>
                          <a:pt x="4779552" y="13972"/>
                          <a:pt x="4987727" y="0"/>
                        </a:cubicBezTo>
                        <a:cubicBezTo>
                          <a:pt x="5195902" y="-13972"/>
                          <a:pt x="5386918" y="-13850"/>
                          <a:pt x="5521429" y="0"/>
                        </a:cubicBezTo>
                        <a:cubicBezTo>
                          <a:pt x="5655940" y="13850"/>
                          <a:pt x="5989084" y="12733"/>
                          <a:pt x="6289440" y="0"/>
                        </a:cubicBezTo>
                        <a:cubicBezTo>
                          <a:pt x="6589796" y="-12733"/>
                          <a:pt x="6666619" y="-25577"/>
                          <a:pt x="6881719" y="0"/>
                        </a:cubicBezTo>
                        <a:cubicBezTo>
                          <a:pt x="7430085" y="-983"/>
                          <a:pt x="7912188" y="440755"/>
                          <a:pt x="7905730" y="1024011"/>
                        </a:cubicBezTo>
                        <a:cubicBezTo>
                          <a:pt x="7874367" y="1168778"/>
                          <a:pt x="7937928" y="1537135"/>
                          <a:pt x="7905730" y="1747624"/>
                        </a:cubicBezTo>
                        <a:cubicBezTo>
                          <a:pt x="7873532" y="1958113"/>
                          <a:pt x="7919727" y="2319595"/>
                          <a:pt x="7905730" y="2512197"/>
                        </a:cubicBezTo>
                        <a:cubicBezTo>
                          <a:pt x="7891733" y="2704799"/>
                          <a:pt x="7934785" y="3017170"/>
                          <a:pt x="7905730" y="3276769"/>
                        </a:cubicBezTo>
                        <a:cubicBezTo>
                          <a:pt x="7876675" y="3536368"/>
                          <a:pt x="7902004" y="3681576"/>
                          <a:pt x="7905730" y="3877505"/>
                        </a:cubicBezTo>
                        <a:cubicBezTo>
                          <a:pt x="7909456" y="4073434"/>
                          <a:pt x="7931099" y="4562680"/>
                          <a:pt x="7905730" y="5119935"/>
                        </a:cubicBezTo>
                        <a:cubicBezTo>
                          <a:pt x="7873724" y="5620238"/>
                          <a:pt x="7452929" y="6067335"/>
                          <a:pt x="6881719" y="6143946"/>
                        </a:cubicBezTo>
                        <a:cubicBezTo>
                          <a:pt x="6635487" y="6169487"/>
                          <a:pt x="6455890" y="6144677"/>
                          <a:pt x="6172285" y="6143946"/>
                        </a:cubicBezTo>
                        <a:cubicBezTo>
                          <a:pt x="5888680" y="6143215"/>
                          <a:pt x="5805127" y="6142638"/>
                          <a:pt x="5638583" y="6143946"/>
                        </a:cubicBezTo>
                        <a:cubicBezTo>
                          <a:pt x="5472039" y="6145254"/>
                          <a:pt x="5200024" y="6154052"/>
                          <a:pt x="4870573" y="6143946"/>
                        </a:cubicBezTo>
                        <a:cubicBezTo>
                          <a:pt x="4541122" y="6133841"/>
                          <a:pt x="4447541" y="6129045"/>
                          <a:pt x="4219716" y="6143946"/>
                        </a:cubicBezTo>
                        <a:cubicBezTo>
                          <a:pt x="3991891" y="6158847"/>
                          <a:pt x="3890030" y="6164404"/>
                          <a:pt x="3686014" y="6143946"/>
                        </a:cubicBezTo>
                        <a:cubicBezTo>
                          <a:pt x="3481998" y="6123488"/>
                          <a:pt x="3269650" y="6120741"/>
                          <a:pt x="3035157" y="6143946"/>
                        </a:cubicBezTo>
                        <a:cubicBezTo>
                          <a:pt x="2800664" y="6167151"/>
                          <a:pt x="2772741" y="6159106"/>
                          <a:pt x="2560032" y="6143946"/>
                        </a:cubicBezTo>
                        <a:cubicBezTo>
                          <a:pt x="2347324" y="6128786"/>
                          <a:pt x="2258736" y="6140335"/>
                          <a:pt x="2084907" y="6143946"/>
                        </a:cubicBezTo>
                        <a:cubicBezTo>
                          <a:pt x="1911079" y="6147557"/>
                          <a:pt x="1314023" y="6098114"/>
                          <a:pt x="1024011" y="6143946"/>
                        </a:cubicBezTo>
                        <a:cubicBezTo>
                          <a:pt x="586488" y="6188752"/>
                          <a:pt x="31885" y="5792881"/>
                          <a:pt x="0" y="5119935"/>
                        </a:cubicBezTo>
                        <a:cubicBezTo>
                          <a:pt x="-4281" y="4945983"/>
                          <a:pt x="-10907" y="4698612"/>
                          <a:pt x="0" y="4560159"/>
                        </a:cubicBezTo>
                        <a:cubicBezTo>
                          <a:pt x="10907" y="4421706"/>
                          <a:pt x="33655" y="3987321"/>
                          <a:pt x="0" y="3836545"/>
                        </a:cubicBezTo>
                        <a:cubicBezTo>
                          <a:pt x="-33655" y="3685769"/>
                          <a:pt x="-25056" y="3424393"/>
                          <a:pt x="0" y="3276769"/>
                        </a:cubicBezTo>
                        <a:cubicBezTo>
                          <a:pt x="25056" y="3129145"/>
                          <a:pt x="11415" y="2856420"/>
                          <a:pt x="0" y="2553156"/>
                        </a:cubicBezTo>
                        <a:cubicBezTo>
                          <a:pt x="-11415" y="2249892"/>
                          <a:pt x="-60" y="2151102"/>
                          <a:pt x="0" y="1952420"/>
                        </a:cubicBezTo>
                        <a:cubicBezTo>
                          <a:pt x="60" y="1753738"/>
                          <a:pt x="-18240" y="1424786"/>
                          <a:pt x="0" y="102401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D08F5-17FC-3869-6B1A-2E6259F47964}"/>
              </a:ext>
            </a:extLst>
          </p:cNvPr>
          <p:cNvSpPr txBox="1"/>
          <p:nvPr/>
        </p:nvSpPr>
        <p:spPr>
          <a:xfrm>
            <a:off x="947954" y="3583441"/>
            <a:ext cx="2088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Understanding data provenance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068F9-A3B2-9873-0C52-C02921F0E434}"/>
              </a:ext>
            </a:extLst>
          </p:cNvPr>
          <p:cNvSpPr txBox="1"/>
          <p:nvPr/>
        </p:nvSpPr>
        <p:spPr>
          <a:xfrm>
            <a:off x="959301" y="4392054"/>
            <a:ext cx="2088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Deciding theoretically what we want to know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6F363-68C9-5FF2-E371-AC0114C61E2A}"/>
              </a:ext>
            </a:extLst>
          </p:cNvPr>
          <p:cNvSpPr txBox="1"/>
          <p:nvPr/>
        </p:nvSpPr>
        <p:spPr>
          <a:xfrm>
            <a:off x="4251906" y="219047"/>
            <a:ext cx="962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Import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3E50C-6838-E0F5-2C13-B601D8784DAE}"/>
              </a:ext>
            </a:extLst>
          </p:cNvPr>
          <p:cNvSpPr txBox="1"/>
          <p:nvPr/>
        </p:nvSpPr>
        <p:spPr>
          <a:xfrm>
            <a:off x="4394519" y="1227568"/>
            <a:ext cx="962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Tidy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4BD82-4553-B7D2-5863-1D55886E1514}"/>
              </a:ext>
            </a:extLst>
          </p:cNvPr>
          <p:cNvSpPr txBox="1"/>
          <p:nvPr/>
        </p:nvSpPr>
        <p:spPr>
          <a:xfrm>
            <a:off x="4095486" y="2789811"/>
            <a:ext cx="156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Transform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6CA3A-6ED2-F3F5-7BFF-A1CCEA848E42}"/>
              </a:ext>
            </a:extLst>
          </p:cNvPr>
          <p:cNvSpPr txBox="1"/>
          <p:nvPr/>
        </p:nvSpPr>
        <p:spPr>
          <a:xfrm>
            <a:off x="6637377" y="3066326"/>
            <a:ext cx="156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Visualize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021B1-CB13-8FE8-892E-42FAEC679E91}"/>
              </a:ext>
            </a:extLst>
          </p:cNvPr>
          <p:cNvSpPr txBox="1"/>
          <p:nvPr/>
        </p:nvSpPr>
        <p:spPr>
          <a:xfrm>
            <a:off x="4861234" y="4068189"/>
            <a:ext cx="1560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Analysis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1A4000-706D-EFE7-2EBF-2B5E15E8D6D8}"/>
              </a:ext>
            </a:extLst>
          </p:cNvPr>
          <p:cNvSpPr txBox="1"/>
          <p:nvPr/>
        </p:nvSpPr>
        <p:spPr>
          <a:xfrm>
            <a:off x="9743656" y="4888680"/>
            <a:ext cx="180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Communicate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F9C00-0E1D-E71A-88B4-12860C5CCD7B}"/>
              </a:ext>
            </a:extLst>
          </p:cNvPr>
          <p:cNvSpPr txBox="1"/>
          <p:nvPr/>
        </p:nvSpPr>
        <p:spPr>
          <a:xfrm>
            <a:off x="7634577" y="4588261"/>
            <a:ext cx="1560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Sensitivity/ robustness analysis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3ACD88-7AA1-EBD0-E18B-205162EF72A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036813" y="3906607"/>
            <a:ext cx="1412808" cy="392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406092-7C57-D543-00DB-819FA6A41AB6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048160" y="4588261"/>
            <a:ext cx="1346359" cy="265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13FA0D-2072-400F-E2B6-C27CD4371C65}"/>
              </a:ext>
            </a:extLst>
          </p:cNvPr>
          <p:cNvCxnSpPr>
            <a:cxnSpLocks/>
          </p:cNvCxnSpPr>
          <p:nvPr/>
        </p:nvCxnSpPr>
        <p:spPr>
          <a:xfrm>
            <a:off x="4733224" y="735169"/>
            <a:ext cx="0" cy="407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0B0F45-6F98-F004-F64E-B337B801A6EA}"/>
              </a:ext>
            </a:extLst>
          </p:cNvPr>
          <p:cNvCxnSpPr>
            <a:cxnSpLocks/>
          </p:cNvCxnSpPr>
          <p:nvPr/>
        </p:nvCxnSpPr>
        <p:spPr>
          <a:xfrm>
            <a:off x="4733224" y="1750598"/>
            <a:ext cx="0" cy="879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rc 44">
            <a:extLst>
              <a:ext uri="{FF2B5EF4-FFF2-40B4-BE49-F238E27FC236}">
                <a16:creationId xmlns:a16="http://schemas.microsoft.com/office/drawing/2014/main" id="{A11A77F4-0B8F-E408-C7BA-E356409D6BAB}"/>
              </a:ext>
            </a:extLst>
          </p:cNvPr>
          <p:cNvSpPr/>
          <p:nvPr/>
        </p:nvSpPr>
        <p:spPr>
          <a:xfrm rot="20509653">
            <a:off x="4038712" y="2464072"/>
            <a:ext cx="3400746" cy="2073324"/>
          </a:xfrm>
          <a:prstGeom prst="arc">
            <a:avLst>
              <a:gd name="adj1" fmla="val 16093822"/>
              <a:gd name="adj2" fmla="val 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9C163152-C35E-11B6-27BD-7EB0A85F22EC}"/>
              </a:ext>
            </a:extLst>
          </p:cNvPr>
          <p:cNvSpPr/>
          <p:nvPr/>
        </p:nvSpPr>
        <p:spPr>
          <a:xfrm rot="8600004">
            <a:off x="5085919" y="2269551"/>
            <a:ext cx="2616422" cy="2073324"/>
          </a:xfrm>
          <a:prstGeom prst="arc">
            <a:avLst>
              <a:gd name="adj1" fmla="val 14506025"/>
              <a:gd name="adj2" fmla="val 19671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BC010906-A877-05E5-2B1A-7FB03B5399CF}"/>
              </a:ext>
            </a:extLst>
          </p:cNvPr>
          <p:cNvSpPr/>
          <p:nvPr/>
        </p:nvSpPr>
        <p:spPr>
          <a:xfrm rot="14763660">
            <a:off x="4300782" y="3467267"/>
            <a:ext cx="698552" cy="424707"/>
          </a:xfrm>
          <a:prstGeom prst="arc">
            <a:avLst>
              <a:gd name="adj1" fmla="val 11854350"/>
              <a:gd name="adj2" fmla="val 207369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D64DC7-833F-B4E7-DBC5-8BB6E6D2E69D}"/>
              </a:ext>
            </a:extLst>
          </p:cNvPr>
          <p:cNvCxnSpPr>
            <a:cxnSpLocks/>
          </p:cNvCxnSpPr>
          <p:nvPr/>
        </p:nvCxnSpPr>
        <p:spPr>
          <a:xfrm>
            <a:off x="5856270" y="4714520"/>
            <a:ext cx="1653534" cy="376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B5A32C2-580B-A953-60C5-8A7C77B418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047385" y="5073346"/>
            <a:ext cx="69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A7E7FF8-14E6-77BA-D77E-C31ED752740A}"/>
              </a:ext>
            </a:extLst>
          </p:cNvPr>
          <p:cNvSpPr txBox="1"/>
          <p:nvPr/>
        </p:nvSpPr>
        <p:spPr>
          <a:xfrm>
            <a:off x="959301" y="5449160"/>
            <a:ext cx="208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Ethics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C15BD96-0102-3208-4AEE-4C7893DB877A}"/>
              </a:ext>
            </a:extLst>
          </p:cNvPr>
          <p:cNvCxnSpPr>
            <a:cxnSpLocks/>
          </p:cNvCxnSpPr>
          <p:nvPr/>
        </p:nvCxnSpPr>
        <p:spPr>
          <a:xfrm flipV="1">
            <a:off x="2889798" y="4802130"/>
            <a:ext cx="1559823" cy="802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F299E4F-E555-2517-4800-F03673192B3A}"/>
              </a:ext>
            </a:extLst>
          </p:cNvPr>
          <p:cNvSpPr txBox="1"/>
          <p:nvPr/>
        </p:nvSpPr>
        <p:spPr>
          <a:xfrm>
            <a:off x="8393987" y="6187029"/>
            <a:ext cx="3159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Programming and workflow</a:t>
            </a:r>
          </a:p>
        </p:txBody>
      </p:sp>
    </p:spTree>
    <p:extLst>
      <p:ext uri="{BB962C8B-B14F-4D97-AF65-F5344CB8AC3E}">
        <p14:creationId xmlns:p14="http://schemas.microsoft.com/office/powerpoint/2010/main" val="408463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ED58-3C57-0976-4159-D8946458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4F0DBF6-B529-4947-DDA6-F17FC9BDB064}"/>
              </a:ext>
            </a:extLst>
          </p:cNvPr>
          <p:cNvSpPr/>
          <p:nvPr/>
        </p:nvSpPr>
        <p:spPr>
          <a:xfrm>
            <a:off x="3647326" y="102743"/>
            <a:ext cx="7905730" cy="61439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905730"/>
                      <a:gd name="csY0" fmla="*/ 1024011 h 6143946"/>
                      <a:gd name="csX1" fmla="*/ 1024011 w 7905730"/>
                      <a:gd name="csY1" fmla="*/ 0 h 6143946"/>
                      <a:gd name="csX2" fmla="*/ 1557713 w 7905730"/>
                      <a:gd name="csY2" fmla="*/ 0 h 6143946"/>
                      <a:gd name="csX3" fmla="*/ 2032838 w 7905730"/>
                      <a:gd name="csY3" fmla="*/ 0 h 6143946"/>
                      <a:gd name="csX4" fmla="*/ 2566541 w 7905730"/>
                      <a:gd name="csY4" fmla="*/ 0 h 6143946"/>
                      <a:gd name="csX5" fmla="*/ 3158820 w 7905730"/>
                      <a:gd name="csY5" fmla="*/ 0 h 6143946"/>
                      <a:gd name="csX6" fmla="*/ 3809677 w 7905730"/>
                      <a:gd name="csY6" fmla="*/ 0 h 6143946"/>
                      <a:gd name="csX7" fmla="*/ 4343379 w 7905730"/>
                      <a:gd name="csY7" fmla="*/ 0 h 6143946"/>
                      <a:gd name="csX8" fmla="*/ 5111389 w 7905730"/>
                      <a:gd name="csY8" fmla="*/ 0 h 6143946"/>
                      <a:gd name="csX9" fmla="*/ 5762246 w 7905730"/>
                      <a:gd name="csY9" fmla="*/ 0 h 6143946"/>
                      <a:gd name="csX10" fmla="*/ 6881719 w 7905730"/>
                      <a:gd name="csY10" fmla="*/ 0 h 6143946"/>
                      <a:gd name="csX11" fmla="*/ 7905730 w 7905730"/>
                      <a:gd name="csY11" fmla="*/ 1024011 h 6143946"/>
                      <a:gd name="csX12" fmla="*/ 7905730 w 7905730"/>
                      <a:gd name="csY12" fmla="*/ 1788583 h 6143946"/>
                      <a:gd name="csX13" fmla="*/ 7905730 w 7905730"/>
                      <a:gd name="csY13" fmla="*/ 2389319 h 6143946"/>
                      <a:gd name="csX14" fmla="*/ 7905730 w 7905730"/>
                      <a:gd name="csY14" fmla="*/ 3071973 h 6143946"/>
                      <a:gd name="csX15" fmla="*/ 7905730 w 7905730"/>
                      <a:gd name="csY15" fmla="*/ 3631749 h 6143946"/>
                      <a:gd name="csX16" fmla="*/ 7905730 w 7905730"/>
                      <a:gd name="csY16" fmla="*/ 4396322 h 6143946"/>
                      <a:gd name="csX17" fmla="*/ 7905730 w 7905730"/>
                      <a:gd name="csY17" fmla="*/ 5119935 h 6143946"/>
                      <a:gd name="csX18" fmla="*/ 6881719 w 7905730"/>
                      <a:gd name="csY18" fmla="*/ 6143946 h 6143946"/>
                      <a:gd name="csX19" fmla="*/ 6230863 w 7905730"/>
                      <a:gd name="csY19" fmla="*/ 6143946 h 6143946"/>
                      <a:gd name="csX20" fmla="*/ 5580006 w 7905730"/>
                      <a:gd name="csY20" fmla="*/ 6143946 h 6143946"/>
                      <a:gd name="csX21" fmla="*/ 4870573 w 7905730"/>
                      <a:gd name="csY21" fmla="*/ 6143946 h 6143946"/>
                      <a:gd name="csX22" fmla="*/ 4102562 w 7905730"/>
                      <a:gd name="csY22" fmla="*/ 6143946 h 6143946"/>
                      <a:gd name="csX23" fmla="*/ 3393128 w 7905730"/>
                      <a:gd name="csY23" fmla="*/ 6143946 h 6143946"/>
                      <a:gd name="csX24" fmla="*/ 2625118 w 7905730"/>
                      <a:gd name="csY24" fmla="*/ 6143946 h 6143946"/>
                      <a:gd name="csX25" fmla="*/ 1915684 w 7905730"/>
                      <a:gd name="csY25" fmla="*/ 6143946 h 6143946"/>
                      <a:gd name="csX26" fmla="*/ 1024011 w 7905730"/>
                      <a:gd name="csY26" fmla="*/ 6143946 h 6143946"/>
                      <a:gd name="csX27" fmla="*/ 0 w 7905730"/>
                      <a:gd name="csY27" fmla="*/ 5119935 h 6143946"/>
                      <a:gd name="csX28" fmla="*/ 0 w 7905730"/>
                      <a:gd name="csY28" fmla="*/ 4355363 h 6143946"/>
                      <a:gd name="csX29" fmla="*/ 0 w 7905730"/>
                      <a:gd name="csY29" fmla="*/ 3795586 h 6143946"/>
                      <a:gd name="csX30" fmla="*/ 0 w 7905730"/>
                      <a:gd name="csY30" fmla="*/ 3194851 h 6143946"/>
                      <a:gd name="csX31" fmla="*/ 0 w 7905730"/>
                      <a:gd name="csY31" fmla="*/ 2594115 h 6143946"/>
                      <a:gd name="csX32" fmla="*/ 0 w 7905730"/>
                      <a:gd name="csY32" fmla="*/ 1911461 h 6143946"/>
                      <a:gd name="csX33" fmla="*/ 0 w 7905730"/>
                      <a:gd name="csY33" fmla="*/ 1024011 h 61439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7905730" h="6143946" fill="none" extrusionOk="0">
                        <a:moveTo>
                          <a:pt x="0" y="1024011"/>
                        </a:moveTo>
                        <a:cubicBezTo>
                          <a:pt x="8341" y="422060"/>
                          <a:pt x="394639" y="-2057"/>
                          <a:pt x="1024011" y="0"/>
                        </a:cubicBezTo>
                        <a:cubicBezTo>
                          <a:pt x="1175459" y="24371"/>
                          <a:pt x="1419404" y="-6245"/>
                          <a:pt x="1557713" y="0"/>
                        </a:cubicBezTo>
                        <a:cubicBezTo>
                          <a:pt x="1696022" y="6245"/>
                          <a:pt x="1825632" y="18175"/>
                          <a:pt x="2032838" y="0"/>
                        </a:cubicBezTo>
                        <a:cubicBezTo>
                          <a:pt x="2240044" y="-18175"/>
                          <a:pt x="2325156" y="-19969"/>
                          <a:pt x="2566541" y="0"/>
                        </a:cubicBezTo>
                        <a:cubicBezTo>
                          <a:pt x="2807926" y="19969"/>
                          <a:pt x="2907889" y="-16524"/>
                          <a:pt x="3158820" y="0"/>
                        </a:cubicBezTo>
                        <a:cubicBezTo>
                          <a:pt x="3409751" y="16524"/>
                          <a:pt x="3567970" y="22008"/>
                          <a:pt x="3809677" y="0"/>
                        </a:cubicBezTo>
                        <a:cubicBezTo>
                          <a:pt x="4051384" y="-22008"/>
                          <a:pt x="4105434" y="21979"/>
                          <a:pt x="4343379" y="0"/>
                        </a:cubicBezTo>
                        <a:cubicBezTo>
                          <a:pt x="4581324" y="-21979"/>
                          <a:pt x="4835695" y="-4137"/>
                          <a:pt x="5111389" y="0"/>
                        </a:cubicBezTo>
                        <a:cubicBezTo>
                          <a:pt x="5387083" y="4137"/>
                          <a:pt x="5442621" y="15751"/>
                          <a:pt x="5762246" y="0"/>
                        </a:cubicBezTo>
                        <a:cubicBezTo>
                          <a:pt x="6081871" y="-15751"/>
                          <a:pt x="6435052" y="54150"/>
                          <a:pt x="6881719" y="0"/>
                        </a:cubicBezTo>
                        <a:cubicBezTo>
                          <a:pt x="7358630" y="-101410"/>
                          <a:pt x="7944570" y="416439"/>
                          <a:pt x="7905730" y="1024011"/>
                        </a:cubicBezTo>
                        <a:cubicBezTo>
                          <a:pt x="7942832" y="1241001"/>
                          <a:pt x="7936795" y="1606108"/>
                          <a:pt x="7905730" y="1788583"/>
                        </a:cubicBezTo>
                        <a:cubicBezTo>
                          <a:pt x="7874665" y="1971058"/>
                          <a:pt x="7920908" y="2248552"/>
                          <a:pt x="7905730" y="2389319"/>
                        </a:cubicBezTo>
                        <a:cubicBezTo>
                          <a:pt x="7890552" y="2530086"/>
                          <a:pt x="7933776" y="2903046"/>
                          <a:pt x="7905730" y="3071973"/>
                        </a:cubicBezTo>
                        <a:cubicBezTo>
                          <a:pt x="7877684" y="3240900"/>
                          <a:pt x="7884595" y="3491594"/>
                          <a:pt x="7905730" y="3631749"/>
                        </a:cubicBezTo>
                        <a:cubicBezTo>
                          <a:pt x="7926865" y="3771904"/>
                          <a:pt x="7880544" y="4019586"/>
                          <a:pt x="7905730" y="4396322"/>
                        </a:cubicBezTo>
                        <a:cubicBezTo>
                          <a:pt x="7930916" y="4773058"/>
                          <a:pt x="7918547" y="4953996"/>
                          <a:pt x="7905730" y="5119935"/>
                        </a:cubicBezTo>
                        <a:cubicBezTo>
                          <a:pt x="7918055" y="5637770"/>
                          <a:pt x="7465893" y="6073977"/>
                          <a:pt x="6881719" y="6143946"/>
                        </a:cubicBezTo>
                        <a:cubicBezTo>
                          <a:pt x="6637234" y="6141292"/>
                          <a:pt x="6473773" y="6135633"/>
                          <a:pt x="6230863" y="6143946"/>
                        </a:cubicBezTo>
                        <a:cubicBezTo>
                          <a:pt x="5987953" y="6152259"/>
                          <a:pt x="5828202" y="6166836"/>
                          <a:pt x="5580006" y="6143946"/>
                        </a:cubicBezTo>
                        <a:cubicBezTo>
                          <a:pt x="5331810" y="6121056"/>
                          <a:pt x="5149472" y="6122649"/>
                          <a:pt x="4870573" y="6143946"/>
                        </a:cubicBezTo>
                        <a:cubicBezTo>
                          <a:pt x="4591674" y="6165243"/>
                          <a:pt x="4480276" y="6135545"/>
                          <a:pt x="4102562" y="6143946"/>
                        </a:cubicBezTo>
                        <a:cubicBezTo>
                          <a:pt x="3724848" y="6152347"/>
                          <a:pt x="3609416" y="6123226"/>
                          <a:pt x="3393128" y="6143946"/>
                        </a:cubicBezTo>
                        <a:cubicBezTo>
                          <a:pt x="3176840" y="6164666"/>
                          <a:pt x="2829687" y="6166280"/>
                          <a:pt x="2625118" y="6143946"/>
                        </a:cubicBezTo>
                        <a:cubicBezTo>
                          <a:pt x="2420549" y="6121613"/>
                          <a:pt x="2227809" y="6122261"/>
                          <a:pt x="1915684" y="6143946"/>
                        </a:cubicBezTo>
                        <a:cubicBezTo>
                          <a:pt x="1603559" y="6165631"/>
                          <a:pt x="1278001" y="6131840"/>
                          <a:pt x="1024011" y="6143946"/>
                        </a:cubicBezTo>
                        <a:cubicBezTo>
                          <a:pt x="465739" y="6051799"/>
                          <a:pt x="-26734" y="5724309"/>
                          <a:pt x="0" y="5119935"/>
                        </a:cubicBezTo>
                        <a:cubicBezTo>
                          <a:pt x="36946" y="4937708"/>
                          <a:pt x="-38030" y="4625127"/>
                          <a:pt x="0" y="4355363"/>
                        </a:cubicBezTo>
                        <a:cubicBezTo>
                          <a:pt x="38030" y="4085599"/>
                          <a:pt x="2263" y="3924049"/>
                          <a:pt x="0" y="3795586"/>
                        </a:cubicBezTo>
                        <a:cubicBezTo>
                          <a:pt x="-2263" y="3667123"/>
                          <a:pt x="14350" y="3348729"/>
                          <a:pt x="0" y="3194851"/>
                        </a:cubicBezTo>
                        <a:cubicBezTo>
                          <a:pt x="-14350" y="3040973"/>
                          <a:pt x="-5594" y="2778974"/>
                          <a:pt x="0" y="2594115"/>
                        </a:cubicBezTo>
                        <a:cubicBezTo>
                          <a:pt x="5594" y="2409256"/>
                          <a:pt x="-6775" y="2107019"/>
                          <a:pt x="0" y="1911461"/>
                        </a:cubicBezTo>
                        <a:cubicBezTo>
                          <a:pt x="6775" y="1715903"/>
                          <a:pt x="-31722" y="1338153"/>
                          <a:pt x="0" y="1024011"/>
                        </a:cubicBezTo>
                        <a:close/>
                      </a:path>
                      <a:path w="7905730" h="6143946" stroke="0" extrusionOk="0">
                        <a:moveTo>
                          <a:pt x="0" y="1024011"/>
                        </a:moveTo>
                        <a:cubicBezTo>
                          <a:pt x="-38711" y="434587"/>
                          <a:pt x="426914" y="11842"/>
                          <a:pt x="1024011" y="0"/>
                        </a:cubicBezTo>
                        <a:cubicBezTo>
                          <a:pt x="1299505" y="-14302"/>
                          <a:pt x="1614034" y="32834"/>
                          <a:pt x="1792022" y="0"/>
                        </a:cubicBezTo>
                        <a:cubicBezTo>
                          <a:pt x="1970010" y="-32834"/>
                          <a:pt x="2204704" y="-2869"/>
                          <a:pt x="2384301" y="0"/>
                        </a:cubicBezTo>
                        <a:cubicBezTo>
                          <a:pt x="2563898" y="2869"/>
                          <a:pt x="2773599" y="-5540"/>
                          <a:pt x="2918003" y="0"/>
                        </a:cubicBezTo>
                        <a:cubicBezTo>
                          <a:pt x="3062407" y="5540"/>
                          <a:pt x="3315611" y="12861"/>
                          <a:pt x="3627437" y="0"/>
                        </a:cubicBezTo>
                        <a:cubicBezTo>
                          <a:pt x="3939263" y="-12861"/>
                          <a:pt x="3945650" y="5297"/>
                          <a:pt x="4219716" y="0"/>
                        </a:cubicBezTo>
                        <a:cubicBezTo>
                          <a:pt x="4493782" y="-5297"/>
                          <a:pt x="4779552" y="13972"/>
                          <a:pt x="4987727" y="0"/>
                        </a:cubicBezTo>
                        <a:cubicBezTo>
                          <a:pt x="5195902" y="-13972"/>
                          <a:pt x="5386918" y="-13850"/>
                          <a:pt x="5521429" y="0"/>
                        </a:cubicBezTo>
                        <a:cubicBezTo>
                          <a:pt x="5655940" y="13850"/>
                          <a:pt x="5989084" y="12733"/>
                          <a:pt x="6289440" y="0"/>
                        </a:cubicBezTo>
                        <a:cubicBezTo>
                          <a:pt x="6589796" y="-12733"/>
                          <a:pt x="6666619" y="-25577"/>
                          <a:pt x="6881719" y="0"/>
                        </a:cubicBezTo>
                        <a:cubicBezTo>
                          <a:pt x="7430085" y="-983"/>
                          <a:pt x="7912188" y="440755"/>
                          <a:pt x="7905730" y="1024011"/>
                        </a:cubicBezTo>
                        <a:cubicBezTo>
                          <a:pt x="7874367" y="1168778"/>
                          <a:pt x="7937928" y="1537135"/>
                          <a:pt x="7905730" y="1747624"/>
                        </a:cubicBezTo>
                        <a:cubicBezTo>
                          <a:pt x="7873532" y="1958113"/>
                          <a:pt x="7919727" y="2319595"/>
                          <a:pt x="7905730" y="2512197"/>
                        </a:cubicBezTo>
                        <a:cubicBezTo>
                          <a:pt x="7891733" y="2704799"/>
                          <a:pt x="7934785" y="3017170"/>
                          <a:pt x="7905730" y="3276769"/>
                        </a:cubicBezTo>
                        <a:cubicBezTo>
                          <a:pt x="7876675" y="3536368"/>
                          <a:pt x="7902004" y="3681576"/>
                          <a:pt x="7905730" y="3877505"/>
                        </a:cubicBezTo>
                        <a:cubicBezTo>
                          <a:pt x="7909456" y="4073434"/>
                          <a:pt x="7931099" y="4562680"/>
                          <a:pt x="7905730" y="5119935"/>
                        </a:cubicBezTo>
                        <a:cubicBezTo>
                          <a:pt x="7873724" y="5620238"/>
                          <a:pt x="7452929" y="6067335"/>
                          <a:pt x="6881719" y="6143946"/>
                        </a:cubicBezTo>
                        <a:cubicBezTo>
                          <a:pt x="6635487" y="6169487"/>
                          <a:pt x="6455890" y="6144677"/>
                          <a:pt x="6172285" y="6143946"/>
                        </a:cubicBezTo>
                        <a:cubicBezTo>
                          <a:pt x="5888680" y="6143215"/>
                          <a:pt x="5805127" y="6142638"/>
                          <a:pt x="5638583" y="6143946"/>
                        </a:cubicBezTo>
                        <a:cubicBezTo>
                          <a:pt x="5472039" y="6145254"/>
                          <a:pt x="5200024" y="6154052"/>
                          <a:pt x="4870573" y="6143946"/>
                        </a:cubicBezTo>
                        <a:cubicBezTo>
                          <a:pt x="4541122" y="6133841"/>
                          <a:pt x="4447541" y="6129045"/>
                          <a:pt x="4219716" y="6143946"/>
                        </a:cubicBezTo>
                        <a:cubicBezTo>
                          <a:pt x="3991891" y="6158847"/>
                          <a:pt x="3890030" y="6164404"/>
                          <a:pt x="3686014" y="6143946"/>
                        </a:cubicBezTo>
                        <a:cubicBezTo>
                          <a:pt x="3481998" y="6123488"/>
                          <a:pt x="3269650" y="6120741"/>
                          <a:pt x="3035157" y="6143946"/>
                        </a:cubicBezTo>
                        <a:cubicBezTo>
                          <a:pt x="2800664" y="6167151"/>
                          <a:pt x="2772741" y="6159106"/>
                          <a:pt x="2560032" y="6143946"/>
                        </a:cubicBezTo>
                        <a:cubicBezTo>
                          <a:pt x="2347324" y="6128786"/>
                          <a:pt x="2258736" y="6140335"/>
                          <a:pt x="2084907" y="6143946"/>
                        </a:cubicBezTo>
                        <a:cubicBezTo>
                          <a:pt x="1911079" y="6147557"/>
                          <a:pt x="1314023" y="6098114"/>
                          <a:pt x="1024011" y="6143946"/>
                        </a:cubicBezTo>
                        <a:cubicBezTo>
                          <a:pt x="586488" y="6188752"/>
                          <a:pt x="31885" y="5792881"/>
                          <a:pt x="0" y="5119935"/>
                        </a:cubicBezTo>
                        <a:cubicBezTo>
                          <a:pt x="-4281" y="4945983"/>
                          <a:pt x="-10907" y="4698612"/>
                          <a:pt x="0" y="4560159"/>
                        </a:cubicBezTo>
                        <a:cubicBezTo>
                          <a:pt x="10907" y="4421706"/>
                          <a:pt x="33655" y="3987321"/>
                          <a:pt x="0" y="3836545"/>
                        </a:cubicBezTo>
                        <a:cubicBezTo>
                          <a:pt x="-33655" y="3685769"/>
                          <a:pt x="-25056" y="3424393"/>
                          <a:pt x="0" y="3276769"/>
                        </a:cubicBezTo>
                        <a:cubicBezTo>
                          <a:pt x="25056" y="3129145"/>
                          <a:pt x="11415" y="2856420"/>
                          <a:pt x="0" y="2553156"/>
                        </a:cubicBezTo>
                        <a:cubicBezTo>
                          <a:pt x="-11415" y="2249892"/>
                          <a:pt x="-60" y="2151102"/>
                          <a:pt x="0" y="1952420"/>
                        </a:cubicBezTo>
                        <a:cubicBezTo>
                          <a:pt x="60" y="1753738"/>
                          <a:pt x="-18240" y="1424786"/>
                          <a:pt x="0" y="102401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69F54-ACF6-986B-6EE4-617DD9973937}"/>
              </a:ext>
            </a:extLst>
          </p:cNvPr>
          <p:cNvSpPr txBox="1"/>
          <p:nvPr/>
        </p:nvSpPr>
        <p:spPr>
          <a:xfrm>
            <a:off x="947954" y="3583441"/>
            <a:ext cx="2088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Understanding data provenance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80631-47F1-E947-9438-4F9CE98A51EA}"/>
              </a:ext>
            </a:extLst>
          </p:cNvPr>
          <p:cNvSpPr txBox="1"/>
          <p:nvPr/>
        </p:nvSpPr>
        <p:spPr>
          <a:xfrm>
            <a:off x="959301" y="4392054"/>
            <a:ext cx="2088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Deciding theoretically what we want to know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CFA88-9866-C30B-2B1A-0BFDCEC68A65}"/>
              </a:ext>
            </a:extLst>
          </p:cNvPr>
          <p:cNvSpPr txBox="1"/>
          <p:nvPr/>
        </p:nvSpPr>
        <p:spPr>
          <a:xfrm>
            <a:off x="4251906" y="219047"/>
            <a:ext cx="962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322C4-D424-BA71-4E8C-701CA70DA70B}"/>
              </a:ext>
            </a:extLst>
          </p:cNvPr>
          <p:cNvSpPr txBox="1"/>
          <p:nvPr/>
        </p:nvSpPr>
        <p:spPr>
          <a:xfrm>
            <a:off x="4394519" y="1227568"/>
            <a:ext cx="962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Tidy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79628-321D-1647-972E-051C7F8F3894}"/>
              </a:ext>
            </a:extLst>
          </p:cNvPr>
          <p:cNvSpPr txBox="1"/>
          <p:nvPr/>
        </p:nvSpPr>
        <p:spPr>
          <a:xfrm>
            <a:off x="4095486" y="2789811"/>
            <a:ext cx="156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94EE0-C753-910F-E1CB-6FD6D4E35CC2}"/>
              </a:ext>
            </a:extLst>
          </p:cNvPr>
          <p:cNvSpPr txBox="1"/>
          <p:nvPr/>
        </p:nvSpPr>
        <p:spPr>
          <a:xfrm>
            <a:off x="6637377" y="3066326"/>
            <a:ext cx="156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Visualize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68F609-70FE-6CCA-E898-2B75C61E1706}"/>
              </a:ext>
            </a:extLst>
          </p:cNvPr>
          <p:cNvSpPr txBox="1"/>
          <p:nvPr/>
        </p:nvSpPr>
        <p:spPr>
          <a:xfrm>
            <a:off x="4861234" y="4068189"/>
            <a:ext cx="1560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Analysis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D0843A-2F8D-A96A-82FF-9C53447D830B}"/>
              </a:ext>
            </a:extLst>
          </p:cNvPr>
          <p:cNvSpPr txBox="1"/>
          <p:nvPr/>
        </p:nvSpPr>
        <p:spPr>
          <a:xfrm>
            <a:off x="9743656" y="4888680"/>
            <a:ext cx="180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Communicate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51B15E-85D1-941B-032F-3DBE0AD90BB0}"/>
              </a:ext>
            </a:extLst>
          </p:cNvPr>
          <p:cNvSpPr txBox="1"/>
          <p:nvPr/>
        </p:nvSpPr>
        <p:spPr>
          <a:xfrm>
            <a:off x="7634577" y="4588261"/>
            <a:ext cx="1560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Sensitivity/ robustness analysis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515BD2-38AF-BD69-3195-58FDB5E7B85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036813" y="3906607"/>
            <a:ext cx="1412808" cy="392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BDBE0F-B480-D36F-A7EE-9535E384409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048160" y="4588261"/>
            <a:ext cx="1346359" cy="265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305EEB-2DA6-46C5-D271-FACE3D959431}"/>
              </a:ext>
            </a:extLst>
          </p:cNvPr>
          <p:cNvCxnSpPr>
            <a:cxnSpLocks/>
          </p:cNvCxnSpPr>
          <p:nvPr/>
        </p:nvCxnSpPr>
        <p:spPr>
          <a:xfrm>
            <a:off x="4733224" y="735169"/>
            <a:ext cx="0" cy="407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410B8C-64C7-9B60-22AC-F6EECFB87A68}"/>
              </a:ext>
            </a:extLst>
          </p:cNvPr>
          <p:cNvCxnSpPr>
            <a:cxnSpLocks/>
          </p:cNvCxnSpPr>
          <p:nvPr/>
        </p:nvCxnSpPr>
        <p:spPr>
          <a:xfrm>
            <a:off x="4733224" y="1750598"/>
            <a:ext cx="0" cy="879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rc 44">
            <a:extLst>
              <a:ext uri="{FF2B5EF4-FFF2-40B4-BE49-F238E27FC236}">
                <a16:creationId xmlns:a16="http://schemas.microsoft.com/office/drawing/2014/main" id="{830891D4-6C32-56D4-105E-6EE7603EE3AA}"/>
              </a:ext>
            </a:extLst>
          </p:cNvPr>
          <p:cNvSpPr/>
          <p:nvPr/>
        </p:nvSpPr>
        <p:spPr>
          <a:xfrm rot="20509653">
            <a:off x="4038712" y="2464072"/>
            <a:ext cx="3400746" cy="2073324"/>
          </a:xfrm>
          <a:prstGeom prst="arc">
            <a:avLst>
              <a:gd name="adj1" fmla="val 16093822"/>
              <a:gd name="adj2" fmla="val 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361690E1-6A1B-4DAA-EF84-D14B4642CDA7}"/>
              </a:ext>
            </a:extLst>
          </p:cNvPr>
          <p:cNvSpPr/>
          <p:nvPr/>
        </p:nvSpPr>
        <p:spPr>
          <a:xfrm rot="8600004">
            <a:off x="5085919" y="2269551"/>
            <a:ext cx="2616422" cy="2073324"/>
          </a:xfrm>
          <a:prstGeom prst="arc">
            <a:avLst>
              <a:gd name="adj1" fmla="val 14506025"/>
              <a:gd name="adj2" fmla="val 19671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2CEA5646-C388-C073-605E-F64D5B5EAB9B}"/>
              </a:ext>
            </a:extLst>
          </p:cNvPr>
          <p:cNvSpPr/>
          <p:nvPr/>
        </p:nvSpPr>
        <p:spPr>
          <a:xfrm rot="14763660">
            <a:off x="4300782" y="3467267"/>
            <a:ext cx="698552" cy="424707"/>
          </a:xfrm>
          <a:prstGeom prst="arc">
            <a:avLst>
              <a:gd name="adj1" fmla="val 11854350"/>
              <a:gd name="adj2" fmla="val 207369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353E3F-03C5-7C24-7029-274655DE015D}"/>
              </a:ext>
            </a:extLst>
          </p:cNvPr>
          <p:cNvCxnSpPr>
            <a:cxnSpLocks/>
          </p:cNvCxnSpPr>
          <p:nvPr/>
        </p:nvCxnSpPr>
        <p:spPr>
          <a:xfrm>
            <a:off x="5856270" y="4714520"/>
            <a:ext cx="1653534" cy="376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081A554-3CFC-50DD-3CE8-6E59335BBBC2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047385" y="5073346"/>
            <a:ext cx="69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B45FB3A-12DC-56E6-6986-31257F1D2EE5}"/>
              </a:ext>
            </a:extLst>
          </p:cNvPr>
          <p:cNvSpPr txBox="1"/>
          <p:nvPr/>
        </p:nvSpPr>
        <p:spPr>
          <a:xfrm>
            <a:off x="959301" y="5449160"/>
            <a:ext cx="208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Ethics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B36A07C-0334-19AA-D7C1-D2BE761CF42F}"/>
              </a:ext>
            </a:extLst>
          </p:cNvPr>
          <p:cNvCxnSpPr>
            <a:cxnSpLocks/>
          </p:cNvCxnSpPr>
          <p:nvPr/>
        </p:nvCxnSpPr>
        <p:spPr>
          <a:xfrm flipV="1">
            <a:off x="2889798" y="4802130"/>
            <a:ext cx="1559823" cy="802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363B9F-748B-9132-DBF9-8271136E68D9}"/>
              </a:ext>
            </a:extLst>
          </p:cNvPr>
          <p:cNvSpPr txBox="1"/>
          <p:nvPr/>
        </p:nvSpPr>
        <p:spPr>
          <a:xfrm>
            <a:off x="681702" y="3369598"/>
            <a:ext cx="194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7EE18-F65D-025C-E457-D8E49943378D}"/>
              </a:ext>
            </a:extLst>
          </p:cNvPr>
          <p:cNvSpPr txBox="1"/>
          <p:nvPr/>
        </p:nvSpPr>
        <p:spPr>
          <a:xfrm>
            <a:off x="681702" y="5818492"/>
            <a:ext cx="1941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One and 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1A16D-63CA-3EEB-D40A-93724143BD29}"/>
              </a:ext>
            </a:extLst>
          </p:cNvPr>
          <p:cNvSpPr txBox="1"/>
          <p:nvPr/>
        </p:nvSpPr>
        <p:spPr>
          <a:xfrm>
            <a:off x="7688226" y="3049522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Units Two and Three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07FAD-169B-29F9-5796-74750EC1C27F}"/>
              </a:ext>
            </a:extLst>
          </p:cNvPr>
          <p:cNvSpPr txBox="1"/>
          <p:nvPr/>
        </p:nvSpPr>
        <p:spPr>
          <a:xfrm>
            <a:off x="9764096" y="3979259"/>
            <a:ext cx="194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Units Two and Three, Seven and Eight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7D040-0FAC-4E3C-8480-E9D5E4903937}"/>
              </a:ext>
            </a:extLst>
          </p:cNvPr>
          <p:cNvSpPr txBox="1"/>
          <p:nvPr/>
        </p:nvSpPr>
        <p:spPr>
          <a:xfrm>
            <a:off x="5178694" y="219047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Four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C1BFA3-3D90-1D82-5205-9234D76CF28F}"/>
              </a:ext>
            </a:extLst>
          </p:cNvPr>
          <p:cNvSpPr txBox="1"/>
          <p:nvPr/>
        </p:nvSpPr>
        <p:spPr>
          <a:xfrm>
            <a:off x="4996231" y="1227095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Four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B0C15-CDBB-29EC-6494-02D570B15CAF}"/>
              </a:ext>
            </a:extLst>
          </p:cNvPr>
          <p:cNvSpPr txBox="1"/>
          <p:nvPr/>
        </p:nvSpPr>
        <p:spPr>
          <a:xfrm>
            <a:off x="3665088" y="2507910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Four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3F454B-4F8C-7D04-EEF0-167CF8455B1F}"/>
              </a:ext>
            </a:extLst>
          </p:cNvPr>
          <p:cNvSpPr txBox="1"/>
          <p:nvPr/>
        </p:nvSpPr>
        <p:spPr>
          <a:xfrm>
            <a:off x="9745786" y="6492948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Units Four and Five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E249CD-B0BE-65AC-B6BE-F3FD020CF56A}"/>
              </a:ext>
            </a:extLst>
          </p:cNvPr>
          <p:cNvSpPr txBox="1"/>
          <p:nvPr/>
        </p:nvSpPr>
        <p:spPr>
          <a:xfrm>
            <a:off x="7639412" y="5558431"/>
            <a:ext cx="242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Unit Six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DC820F-7E6C-BD73-3DDF-D80B1CB13B5E}"/>
              </a:ext>
            </a:extLst>
          </p:cNvPr>
          <p:cNvSpPr txBox="1"/>
          <p:nvPr/>
        </p:nvSpPr>
        <p:spPr>
          <a:xfrm>
            <a:off x="8393987" y="6187029"/>
            <a:ext cx="3159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Programming and workflow</a:t>
            </a:r>
          </a:p>
        </p:txBody>
      </p:sp>
    </p:spTree>
    <p:extLst>
      <p:ext uri="{BB962C8B-B14F-4D97-AF65-F5344CB8AC3E}">
        <p14:creationId xmlns:p14="http://schemas.microsoft.com/office/powerpoint/2010/main" val="20883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6fa6db5-9f3a-4c93-9e38-61059ee07e95}" enabled="1" method="Standard" siteId="{4e8d09f7-cc79-4ccb-9149-a4238dd174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80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Matthews</dc:creator>
  <cp:lastModifiedBy>Ben Matthews</cp:lastModifiedBy>
  <cp:revision>1</cp:revision>
  <dcterms:created xsi:type="dcterms:W3CDTF">2026-08-10T11:54:01Z</dcterms:created>
  <dcterms:modified xsi:type="dcterms:W3CDTF">2026-08-25T14:10:59Z</dcterms:modified>
</cp:coreProperties>
</file>